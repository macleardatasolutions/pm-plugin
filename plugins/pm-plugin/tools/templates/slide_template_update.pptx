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0" r:id="rId4"/>
    <p:sldId id="264" r:id="rId5"/>
    <p:sldId id="265" r:id="rId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937760"/>
            <a:ext cx="12188952" cy="109728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058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4800" b="1" i="0" dirty="0">
                <a:solidFill>
                  <a:srgbClr val="FFFFFF"/>
                </a:solidFill>
                <a:latin typeface="Aptos Display"/>
              </a:rPr>
              <a:t>Project Name</a:t>
            </a:r>
            <a:endParaRPr sz="4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 dirty="0">
                <a:solidFill>
                  <a:srgbClr val="BDD7EE"/>
                </a:solidFill>
                <a:latin typeface="Aptos Display"/>
              </a:rPr>
              <a:t>Project</a:t>
            </a:r>
            <a:r>
              <a:rPr lang="en-CA" sz="2800" b="0" i="0" dirty="0">
                <a:solidFill>
                  <a:srgbClr val="BDD7EE"/>
                </a:solidFill>
                <a:latin typeface="Aptos Display"/>
              </a:rPr>
              <a:t> Update</a:t>
            </a:r>
            <a:endParaRPr sz="2800" b="0" i="0" dirty="0">
              <a:solidFill>
                <a:srgbClr val="BDD7EE"/>
              </a:solidFill>
              <a:latin typeface="Aptos Displa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286000" cy="54864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400" b="0" i="0" dirty="0">
                <a:solidFill>
                  <a:srgbClr val="0F4761"/>
                </a:solidFill>
                <a:latin typeface="Aptos"/>
              </a:rPr>
              <a:t>Project Owner </a:t>
            </a:r>
            <a:r>
              <a:rPr sz="1400" b="0" i="0" dirty="0">
                <a:solidFill>
                  <a:srgbClr val="0F4761"/>
                </a:solidFill>
                <a:latin typeface="Aptos"/>
              </a:rPr>
              <a:t>|   </a:t>
            </a:r>
            <a:r>
              <a:rPr lang="en-CA" sz="1400" b="0" i="0" dirty="0">
                <a:solidFill>
                  <a:srgbClr val="0F4761"/>
                </a:solidFill>
                <a:latin typeface="Aptos"/>
              </a:rPr>
              <a:t>Company Name</a:t>
            </a:r>
            <a:r>
              <a:rPr sz="1400" b="0" i="0" dirty="0">
                <a:solidFill>
                  <a:srgbClr val="0F4761"/>
                </a:solidFill>
                <a:latin typeface="Aptos"/>
              </a:rPr>
              <a:t>   |   </a:t>
            </a:r>
            <a:r>
              <a:rPr lang="en-CA" sz="1400" b="0" i="0" dirty="0">
                <a:solidFill>
                  <a:srgbClr val="0F4761"/>
                </a:solidFill>
                <a:latin typeface="Aptos"/>
              </a:rPr>
              <a:t>Date</a:t>
            </a:r>
            <a:endParaRPr sz="1400" b="0" i="0" dirty="0">
              <a:solidFill>
                <a:srgbClr val="0F4761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A0A0A0"/>
                </a:solidFill>
                <a:latin typeface="Aptos"/>
              </a:rPr>
              <a:t>Confidential — Internal 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561407-8917-4E08-3840-171A39D08CC4}"/>
              </a:ext>
            </a:extLst>
          </p:cNvPr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7492D-27E7-480C-FB5D-B86305EF5B96}"/>
              </a:ext>
            </a:extLst>
          </p:cNvPr>
          <p:cNvSpPr txBox="1"/>
          <p:nvPr/>
        </p:nvSpPr>
        <p:spPr>
          <a:xfrm>
            <a:off x="365760" y="109728"/>
            <a:ext cx="1143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2800" b="1" i="0" dirty="0">
                <a:solidFill>
                  <a:srgbClr val="FFFFFF"/>
                </a:solidFill>
                <a:latin typeface="Aptos Display"/>
              </a:rPr>
              <a:t>Weekly Update</a:t>
            </a:r>
            <a:endParaRPr sz="28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4D6489-6307-4817-8E65-685AD8083E1C}"/>
              </a:ext>
            </a:extLst>
          </p:cNvPr>
          <p:cNvSpPr txBox="1"/>
          <p:nvPr/>
        </p:nvSpPr>
        <p:spPr>
          <a:xfrm>
            <a:off x="365760" y="9144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300" b="0" i="0" dirty="0">
                <a:solidFill>
                  <a:srgbClr val="BDD7EE"/>
                </a:solidFill>
                <a:latin typeface="Aptos"/>
              </a:rPr>
              <a:t>Date of this week</a:t>
            </a:r>
            <a:endParaRPr sz="1300" b="0" i="0" dirty="0">
              <a:solidFill>
                <a:srgbClr val="BDD7EE"/>
              </a:solidFill>
              <a:latin typeface="Apto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F345D2-E1C4-CDE6-FD0C-3CEC77FC73E2}"/>
              </a:ext>
            </a:extLst>
          </p:cNvPr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100B7B-3C30-768F-76FE-136F3D4FDD09}"/>
              </a:ext>
            </a:extLst>
          </p:cNvPr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D6E1FC-B954-E1F5-76E9-5263EFD12869}"/>
              </a:ext>
            </a:extLst>
          </p:cNvPr>
          <p:cNvSpPr txBox="1"/>
          <p:nvPr/>
        </p:nvSpPr>
        <p:spPr>
          <a:xfrm>
            <a:off x="274320" y="6675120"/>
            <a:ext cx="11612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800" b="0" i="0" dirty="0">
                <a:solidFill>
                  <a:srgbClr val="BDD7EE"/>
                </a:solidFill>
                <a:latin typeface="Aptos"/>
              </a:rPr>
              <a:t>Company Name</a:t>
            </a:r>
            <a:r>
              <a:rPr sz="800" b="0" i="0" dirty="0">
                <a:solidFill>
                  <a:srgbClr val="BDD7EE"/>
                </a:solidFill>
                <a:latin typeface="Aptos"/>
              </a:rPr>
              <a:t> | Website Update | Confidential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39D80817-A387-F79E-7A4D-C79D9F45A46A}"/>
              </a:ext>
            </a:extLst>
          </p:cNvPr>
          <p:cNvSpPr/>
          <p:nvPr/>
        </p:nvSpPr>
        <p:spPr>
          <a:xfrm>
            <a:off x="1616597" y="1876532"/>
            <a:ext cx="4315968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FC7A7F09-5775-C22D-E093-7316887AF803}"/>
              </a:ext>
            </a:extLst>
          </p:cNvPr>
          <p:cNvSpPr/>
          <p:nvPr/>
        </p:nvSpPr>
        <p:spPr>
          <a:xfrm>
            <a:off x="1616597" y="1876532"/>
            <a:ext cx="4315968" cy="256032"/>
          </a:xfrm>
          <a:prstGeom prst="rect">
            <a:avLst/>
          </a:prstGeom>
          <a:solidFill>
            <a:srgbClr val="0F4761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BCFDFB5-4BB4-5B84-B1BB-BB2608BAFA21}"/>
              </a:ext>
            </a:extLst>
          </p:cNvPr>
          <p:cNvSpPr/>
          <p:nvPr/>
        </p:nvSpPr>
        <p:spPr>
          <a:xfrm>
            <a:off x="1708037" y="188567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DUE THIS WEEK</a:t>
            </a:r>
            <a:endParaRPr lang="en-US" sz="95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D2C60FD8-0B4C-2824-CA7E-2CF872AD3EE4}"/>
              </a:ext>
            </a:extLst>
          </p:cNvPr>
          <p:cNvSpPr/>
          <p:nvPr/>
        </p:nvSpPr>
        <p:spPr>
          <a:xfrm>
            <a:off x="1744613" y="2169140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B853A1FD-68DE-42DD-C7AC-5D630E1FB52C}"/>
              </a:ext>
            </a:extLst>
          </p:cNvPr>
          <p:cNvSpPr/>
          <p:nvPr/>
        </p:nvSpPr>
        <p:spPr>
          <a:xfrm>
            <a:off x="6033149" y="1876532"/>
            <a:ext cx="4315968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6115EB39-D3BB-4632-FB91-82560545FC81}"/>
              </a:ext>
            </a:extLst>
          </p:cNvPr>
          <p:cNvSpPr/>
          <p:nvPr/>
        </p:nvSpPr>
        <p:spPr>
          <a:xfrm>
            <a:off x="6033149" y="1876532"/>
            <a:ext cx="4315968" cy="256032"/>
          </a:xfrm>
          <a:prstGeom prst="rect">
            <a:avLst/>
          </a:prstGeom>
          <a:solidFill>
            <a:srgbClr val="1A7BBF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60E22F08-44BE-FB3B-2088-99BD787A565C}"/>
              </a:ext>
            </a:extLst>
          </p:cNvPr>
          <p:cNvSpPr/>
          <p:nvPr/>
        </p:nvSpPr>
        <p:spPr>
          <a:xfrm>
            <a:off x="6124589" y="1885676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DONE SINCE LAST UPDATE</a:t>
            </a:r>
            <a:endParaRPr lang="en-US" sz="95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5FE322DA-CDC4-5D9D-F4F4-73CAB12C03A0}"/>
              </a:ext>
            </a:extLst>
          </p:cNvPr>
          <p:cNvSpPr/>
          <p:nvPr/>
        </p:nvSpPr>
        <p:spPr>
          <a:xfrm>
            <a:off x="6161165" y="2196572"/>
            <a:ext cx="4059936" cy="1554480"/>
          </a:xfrm>
          <a:prstGeom prst="rect">
            <a:avLst/>
          </a:prstGeom>
          <a:solidFill>
            <a:srgbClr val="EEF3F7"/>
          </a:solidFill>
          <a:ln w="952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3C1B2909-4BC1-3C67-60CD-6D451B336067}"/>
              </a:ext>
            </a:extLst>
          </p:cNvPr>
          <p:cNvSpPr/>
          <p:nvPr/>
        </p:nvSpPr>
        <p:spPr>
          <a:xfrm>
            <a:off x="6161165" y="221486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To be filled after update ]</a:t>
            </a:r>
            <a:endParaRPr lang="en-US" sz="90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E356595F-39A8-B114-1FED-B81625F61A6E}"/>
              </a:ext>
            </a:extLst>
          </p:cNvPr>
          <p:cNvSpPr/>
          <p:nvPr/>
        </p:nvSpPr>
        <p:spPr>
          <a:xfrm>
            <a:off x="1616597" y="3970508"/>
            <a:ext cx="4315968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8A259DA0-3205-85AC-2476-CFA9D1A87CE0}"/>
              </a:ext>
            </a:extLst>
          </p:cNvPr>
          <p:cNvSpPr/>
          <p:nvPr/>
        </p:nvSpPr>
        <p:spPr>
          <a:xfrm>
            <a:off x="1616597" y="3970508"/>
            <a:ext cx="4315968" cy="256032"/>
          </a:xfrm>
          <a:prstGeom prst="rect">
            <a:avLst/>
          </a:prstGeom>
          <a:solidFill>
            <a:srgbClr val="B45309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71F7D149-7E7A-1EF8-2195-A10A3B8C78D3}"/>
              </a:ext>
            </a:extLst>
          </p:cNvPr>
          <p:cNvSpPr/>
          <p:nvPr/>
        </p:nvSpPr>
        <p:spPr>
          <a:xfrm>
            <a:off x="1708037" y="397965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</a:t>
            </a:r>
            <a:endParaRPr lang="en-US" sz="95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487619C6-18A4-B1CF-9450-7FE34A0C040B}"/>
              </a:ext>
            </a:extLst>
          </p:cNvPr>
          <p:cNvSpPr/>
          <p:nvPr/>
        </p:nvSpPr>
        <p:spPr>
          <a:xfrm>
            <a:off x="1744613" y="4263116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00" dirty="0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276F5504-D9B6-C651-9341-F4D9ACE7EAD8}"/>
              </a:ext>
            </a:extLst>
          </p:cNvPr>
          <p:cNvSpPr/>
          <p:nvPr/>
        </p:nvSpPr>
        <p:spPr>
          <a:xfrm>
            <a:off x="6033149" y="3970508"/>
            <a:ext cx="4315968" cy="199339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DA82E198-D154-E13C-95B6-EF617C4170E1}"/>
              </a:ext>
            </a:extLst>
          </p:cNvPr>
          <p:cNvSpPr/>
          <p:nvPr/>
        </p:nvSpPr>
        <p:spPr>
          <a:xfrm>
            <a:off x="6033149" y="3970508"/>
            <a:ext cx="4315968" cy="256032"/>
          </a:xfrm>
          <a:prstGeom prst="rect">
            <a:avLst/>
          </a:prstGeom>
          <a:solidFill>
            <a:srgbClr val="991B1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6D74683-D0F4-C35F-21D0-41B5FB0A576A}"/>
              </a:ext>
            </a:extLst>
          </p:cNvPr>
          <p:cNvSpPr/>
          <p:nvPr/>
        </p:nvSpPr>
        <p:spPr>
          <a:xfrm>
            <a:off x="6124589" y="3979652"/>
            <a:ext cx="4224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BLOCKERS</a:t>
            </a:r>
            <a:endParaRPr lang="en-US" sz="95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29C26F2C-3F9D-8244-56BA-A81DD6A2B9E6}"/>
              </a:ext>
            </a:extLst>
          </p:cNvPr>
          <p:cNvSpPr/>
          <p:nvPr/>
        </p:nvSpPr>
        <p:spPr>
          <a:xfrm>
            <a:off x="6161165" y="4263116"/>
            <a:ext cx="4114800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9183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Project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300" b="0" i="0" dirty="0">
                <a:solidFill>
                  <a:srgbClr val="BDD7EE"/>
                </a:solidFill>
                <a:latin typeface="Aptos"/>
              </a:rPr>
              <a:t>Start-End Date </a:t>
            </a:r>
            <a:r>
              <a:rPr sz="1300" b="0" i="0" dirty="0">
                <a:solidFill>
                  <a:srgbClr val="BDD7EE"/>
                </a:solidFill>
                <a:latin typeface="Aptos"/>
              </a:rPr>
              <a:t>|   Estimated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75120"/>
            <a:ext cx="11612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800" b="0" i="0" dirty="0">
                <a:solidFill>
                  <a:srgbClr val="BDD7EE"/>
                </a:solidFill>
                <a:latin typeface="Aptos"/>
              </a:rPr>
              <a:t>Company Name</a:t>
            </a:r>
            <a:r>
              <a:rPr sz="800" b="0" i="0" dirty="0">
                <a:solidFill>
                  <a:srgbClr val="BDD7EE"/>
                </a:solidFill>
                <a:latin typeface="Aptos"/>
              </a:rPr>
              <a:t> | Website Update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Key Risks and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Aptos"/>
              </a:rPr>
              <a:t>Top 5 risks — all rated High severity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Risk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Prob.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508760"/>
            <a:ext cx="2880360" cy="73152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554480"/>
            <a:ext cx="2788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tos"/>
              </a:rPr>
              <a:t>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040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224028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2004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20040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076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961120" y="297180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20040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8076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961120" y="370332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2004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08076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961120" y="4434840"/>
            <a:ext cx="288036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004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20040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08076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961120" y="5166360"/>
            <a:ext cx="2880360" cy="731520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DD41A7-B380-F40C-2ACA-EBAEB96FF45B}"/>
              </a:ext>
            </a:extLst>
          </p:cNvPr>
          <p:cNvSpPr txBox="1"/>
          <p:nvPr/>
        </p:nvSpPr>
        <p:spPr>
          <a:xfrm>
            <a:off x="274320" y="6675120"/>
            <a:ext cx="11612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800" b="0" i="0" dirty="0">
                <a:solidFill>
                  <a:srgbClr val="BDD7EE"/>
                </a:solidFill>
                <a:latin typeface="Aptos"/>
              </a:rPr>
              <a:t>Company Name</a:t>
            </a:r>
            <a:r>
              <a:rPr sz="800" b="0" i="0" dirty="0">
                <a:solidFill>
                  <a:srgbClr val="BDD7EE"/>
                </a:solidFill>
                <a:latin typeface="Aptos"/>
              </a:rPr>
              <a:t> | Website Update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ptos Display"/>
              </a:rPr>
              <a:t>Open Decisions and Confirmations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BDD7EE"/>
                </a:solidFill>
                <a:latin typeface="Aptos"/>
              </a:rPr>
              <a:t>Items blocking schedule re-baseline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36576"/>
          </a:xfrm>
          <a:prstGeom prst="rect">
            <a:avLst/>
          </a:prstGeom>
          <a:solidFill>
            <a:srgbClr val="175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4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200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0876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Aptos"/>
              </a:rPr>
              <a:t>HIGH PRIORITY — must answer this week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7D1292-60E8-1448-F254-899E6BB123B1}"/>
              </a:ext>
            </a:extLst>
          </p:cNvPr>
          <p:cNvSpPr txBox="1"/>
          <p:nvPr/>
        </p:nvSpPr>
        <p:spPr>
          <a:xfrm>
            <a:off x="274320" y="6675120"/>
            <a:ext cx="11612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800" b="0" i="0" dirty="0">
                <a:solidFill>
                  <a:srgbClr val="BDD7EE"/>
                </a:solidFill>
                <a:latin typeface="Aptos"/>
              </a:rPr>
              <a:t>Company Name</a:t>
            </a:r>
            <a:r>
              <a:rPr sz="800" b="0" i="0" dirty="0">
                <a:solidFill>
                  <a:srgbClr val="BDD7EE"/>
                </a:solidFill>
                <a:latin typeface="Aptos"/>
              </a:rPr>
              <a:t> | Website Update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106</Words>
  <Application>Microsoft Office PowerPoint</Application>
  <PresentationFormat>Custom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Yujia Yao</cp:lastModifiedBy>
  <cp:revision>2</cp:revision>
  <dcterms:created xsi:type="dcterms:W3CDTF">2013-01-27T09:14:16Z</dcterms:created>
  <dcterms:modified xsi:type="dcterms:W3CDTF">2026-06-12T04:33:41Z</dcterms:modified>
  <cp:category/>
</cp:coreProperties>
</file>